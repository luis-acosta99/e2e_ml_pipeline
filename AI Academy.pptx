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2"/>
  </p:notesMasterIdLst>
  <p:sldIdLst>
    <p:sldId id="256" r:id="rId2"/>
    <p:sldId id="257" r:id="rId3"/>
    <p:sldId id="260" r:id="rId4"/>
    <p:sldId id="261" r:id="rId5"/>
    <p:sldId id="258" r:id="rId6"/>
    <p:sldId id="259" r:id="rId7"/>
    <p:sldId id="265" r:id="rId8"/>
    <p:sldId id="262" r:id="rId9"/>
    <p:sldId id="263"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E095E9-0651-4D64-94D1-86FBE74428D5}" v="9" dt="2026-02-19T20:05:22.7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696" autoAdjust="0"/>
    <p:restoredTop sz="77859" autoAdjust="0"/>
  </p:normalViewPr>
  <p:slideViewPr>
    <p:cSldViewPr snapToGrid="0">
      <p:cViewPr>
        <p:scale>
          <a:sx n="75" d="100"/>
          <a:sy n="75" d="100"/>
        </p:scale>
        <p:origin x="412" y="-520"/>
      </p:cViewPr>
      <p:guideLst/>
    </p:cSldViewPr>
  </p:slideViewPr>
  <p:outlineViewPr>
    <p:cViewPr>
      <p:scale>
        <a:sx n="33" d="100"/>
        <a:sy n="33" d="100"/>
      </p:scale>
      <p:origin x="0" y="0"/>
    </p:cViewPr>
  </p:outlineViewPr>
  <p:notesTextViewPr>
    <p:cViewPr>
      <p:scale>
        <a:sx n="1" d="1"/>
        <a:sy n="1" d="1"/>
      </p:scale>
      <p:origin x="0" y="-288"/>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rnando Acosta Soto" userId="b0ed3ab2-7662-4a2b-b4fd-f66aa1437ab6" providerId="ADAL" clId="{DE17AB07-F0C3-4871-BA57-7E7493FE330A}"/>
    <pc:docChg chg="undo custSel addSld modSld">
      <pc:chgData name="Fernando Acosta Soto" userId="b0ed3ab2-7662-4a2b-b4fd-f66aa1437ab6" providerId="ADAL" clId="{DE17AB07-F0C3-4871-BA57-7E7493FE330A}" dt="2026-02-19T20:17:02.246" v="641" actId="20577"/>
      <pc:docMkLst>
        <pc:docMk/>
      </pc:docMkLst>
      <pc:sldChg chg="modSp">
        <pc:chgData name="Fernando Acosta Soto" userId="b0ed3ab2-7662-4a2b-b4fd-f66aa1437ab6" providerId="ADAL" clId="{DE17AB07-F0C3-4871-BA57-7E7493FE330A}" dt="2026-02-19T19:49:23.337" v="32"/>
        <pc:sldMkLst>
          <pc:docMk/>
          <pc:sldMk cId="3761041128" sldId="256"/>
        </pc:sldMkLst>
        <pc:spChg chg="mod">
          <ac:chgData name="Fernando Acosta Soto" userId="b0ed3ab2-7662-4a2b-b4fd-f66aa1437ab6" providerId="ADAL" clId="{DE17AB07-F0C3-4871-BA57-7E7493FE330A}" dt="2026-02-19T19:49:23.337" v="32"/>
          <ac:spMkLst>
            <pc:docMk/>
            <pc:sldMk cId="3761041128" sldId="256"/>
            <ac:spMk id="2" creationId="{7B49E552-71CC-2893-0494-6B6A1BCCED07}"/>
          </ac:spMkLst>
        </pc:spChg>
      </pc:sldChg>
      <pc:sldChg chg="modSp mod">
        <pc:chgData name="Fernando Acosta Soto" userId="b0ed3ab2-7662-4a2b-b4fd-f66aa1437ab6" providerId="ADAL" clId="{DE17AB07-F0C3-4871-BA57-7E7493FE330A}" dt="2026-02-19T19:49:41.762" v="36" actId="1076"/>
        <pc:sldMkLst>
          <pc:docMk/>
          <pc:sldMk cId="837542130" sldId="257"/>
        </pc:sldMkLst>
        <pc:spChg chg="mod">
          <ac:chgData name="Fernando Acosta Soto" userId="b0ed3ab2-7662-4a2b-b4fd-f66aa1437ab6" providerId="ADAL" clId="{DE17AB07-F0C3-4871-BA57-7E7493FE330A}" dt="2026-02-19T19:49:23.337" v="32"/>
          <ac:spMkLst>
            <pc:docMk/>
            <pc:sldMk cId="837542130" sldId="257"/>
            <ac:spMk id="2" creationId="{EB622394-B8FB-AB5C-CA0A-8DF26911D139}"/>
          </ac:spMkLst>
        </pc:spChg>
        <pc:spChg chg="mod">
          <ac:chgData name="Fernando Acosta Soto" userId="b0ed3ab2-7662-4a2b-b4fd-f66aa1437ab6" providerId="ADAL" clId="{DE17AB07-F0C3-4871-BA57-7E7493FE330A}" dt="2026-02-19T19:49:41.762" v="36" actId="1076"/>
          <ac:spMkLst>
            <pc:docMk/>
            <pc:sldMk cId="837542130" sldId="257"/>
            <ac:spMk id="3" creationId="{499CFB86-0B73-E0F5-378F-F89C145C1C18}"/>
          </ac:spMkLst>
        </pc:spChg>
      </pc:sldChg>
      <pc:sldChg chg="modSp mod modNotesTx">
        <pc:chgData name="Fernando Acosta Soto" userId="b0ed3ab2-7662-4a2b-b4fd-f66aa1437ab6" providerId="ADAL" clId="{DE17AB07-F0C3-4871-BA57-7E7493FE330A}" dt="2026-02-19T20:14:04.027" v="434" actId="20577"/>
        <pc:sldMkLst>
          <pc:docMk/>
          <pc:sldMk cId="656393483" sldId="258"/>
        </pc:sldMkLst>
        <pc:spChg chg="mod">
          <ac:chgData name="Fernando Acosta Soto" userId="b0ed3ab2-7662-4a2b-b4fd-f66aa1437ab6" providerId="ADAL" clId="{DE17AB07-F0C3-4871-BA57-7E7493FE330A}" dt="2026-02-19T19:49:23.337" v="32"/>
          <ac:spMkLst>
            <pc:docMk/>
            <pc:sldMk cId="656393483" sldId="258"/>
            <ac:spMk id="2" creationId="{5E8B1ABF-86ED-9EC0-B6C2-A27741D25AC8}"/>
          </ac:spMkLst>
        </pc:spChg>
        <pc:spChg chg="mod">
          <ac:chgData name="Fernando Acosta Soto" userId="b0ed3ab2-7662-4a2b-b4fd-f66aa1437ab6" providerId="ADAL" clId="{DE17AB07-F0C3-4871-BA57-7E7493FE330A}" dt="2026-02-19T19:43:02.857" v="2" actId="27636"/>
          <ac:spMkLst>
            <pc:docMk/>
            <pc:sldMk cId="656393483" sldId="258"/>
            <ac:spMk id="3" creationId="{8FA68088-A6DD-B638-DAE1-984F6FFAC845}"/>
          </ac:spMkLst>
        </pc:spChg>
        <pc:spChg chg="mod">
          <ac:chgData name="Fernando Acosta Soto" userId="b0ed3ab2-7662-4a2b-b4fd-f66aa1437ab6" providerId="ADAL" clId="{DE17AB07-F0C3-4871-BA57-7E7493FE330A}" dt="2026-02-19T19:44:07.683" v="21" actId="1076"/>
          <ac:spMkLst>
            <pc:docMk/>
            <pc:sldMk cId="656393483" sldId="258"/>
            <ac:spMk id="4" creationId="{A0C40DB9-101D-3A8E-9E2B-1C355221ECC9}"/>
          </ac:spMkLst>
        </pc:spChg>
        <pc:spChg chg="mod">
          <ac:chgData name="Fernando Acosta Soto" userId="b0ed3ab2-7662-4a2b-b4fd-f66aa1437ab6" providerId="ADAL" clId="{DE17AB07-F0C3-4871-BA57-7E7493FE330A}" dt="2026-02-19T19:49:23.668" v="34" actId="27636"/>
          <ac:spMkLst>
            <pc:docMk/>
            <pc:sldMk cId="656393483" sldId="258"/>
            <ac:spMk id="5" creationId="{65115BC6-880E-F798-0D32-47797085ED72}"/>
          </ac:spMkLst>
        </pc:spChg>
        <pc:spChg chg="mod">
          <ac:chgData name="Fernando Acosta Soto" userId="b0ed3ab2-7662-4a2b-b4fd-f66aa1437ab6" providerId="ADAL" clId="{DE17AB07-F0C3-4871-BA57-7E7493FE330A}" dt="2026-02-19T19:44:07.683" v="21" actId="1076"/>
          <ac:spMkLst>
            <pc:docMk/>
            <pc:sldMk cId="656393483" sldId="258"/>
            <ac:spMk id="6" creationId="{47174030-D195-DDE0-ED0B-2DAC2738D2C1}"/>
          </ac:spMkLst>
        </pc:spChg>
      </pc:sldChg>
      <pc:sldChg chg="delSp modSp mod modNotesTx">
        <pc:chgData name="Fernando Acosta Soto" userId="b0ed3ab2-7662-4a2b-b4fd-f66aa1437ab6" providerId="ADAL" clId="{DE17AB07-F0C3-4871-BA57-7E7493FE330A}" dt="2026-02-19T20:17:02.246" v="641" actId="20577"/>
        <pc:sldMkLst>
          <pc:docMk/>
          <pc:sldMk cId="3273545510" sldId="259"/>
        </pc:sldMkLst>
        <pc:spChg chg="mod">
          <ac:chgData name="Fernando Acosta Soto" userId="b0ed3ab2-7662-4a2b-b4fd-f66aa1437ab6" providerId="ADAL" clId="{DE17AB07-F0C3-4871-BA57-7E7493FE330A}" dt="2026-02-19T19:43:49.159" v="18" actId="20577"/>
          <ac:spMkLst>
            <pc:docMk/>
            <pc:sldMk cId="3273545510" sldId="259"/>
            <ac:spMk id="2" creationId="{9442088F-1CFF-3804-3AE7-A536B1034DE8}"/>
          </ac:spMkLst>
        </pc:spChg>
        <pc:spChg chg="del">
          <ac:chgData name="Fernando Acosta Soto" userId="b0ed3ab2-7662-4a2b-b4fd-f66aa1437ab6" providerId="ADAL" clId="{DE17AB07-F0C3-4871-BA57-7E7493FE330A}" dt="2026-02-19T19:43:37.989" v="7" actId="478"/>
          <ac:spMkLst>
            <pc:docMk/>
            <pc:sldMk cId="3273545510" sldId="259"/>
            <ac:spMk id="6" creationId="{B72DECD5-68E6-5609-BC35-DC72A608A480}"/>
          </ac:spMkLst>
        </pc:spChg>
        <pc:picChg chg="mod">
          <ac:chgData name="Fernando Acosta Soto" userId="b0ed3ab2-7662-4a2b-b4fd-f66aa1437ab6" providerId="ADAL" clId="{DE17AB07-F0C3-4871-BA57-7E7493FE330A}" dt="2026-02-19T19:49:25.571" v="35" actId="1076"/>
          <ac:picMkLst>
            <pc:docMk/>
            <pc:sldMk cId="3273545510" sldId="259"/>
            <ac:picMk id="3074" creationId="{E78EC64B-842D-FFFE-B855-48FBE3927F49}"/>
          </ac:picMkLst>
        </pc:picChg>
      </pc:sldChg>
      <pc:sldChg chg="addSp delSp modSp mod">
        <pc:chgData name="Fernando Acosta Soto" userId="b0ed3ab2-7662-4a2b-b4fd-f66aa1437ab6" providerId="ADAL" clId="{DE17AB07-F0C3-4871-BA57-7E7493FE330A}" dt="2026-02-19T19:50:36.615" v="52" actId="478"/>
        <pc:sldMkLst>
          <pc:docMk/>
          <pc:sldMk cId="971806194" sldId="260"/>
        </pc:sldMkLst>
        <pc:spChg chg="mod">
          <ac:chgData name="Fernando Acosta Soto" userId="b0ed3ab2-7662-4a2b-b4fd-f66aa1437ab6" providerId="ADAL" clId="{DE17AB07-F0C3-4871-BA57-7E7493FE330A}" dt="2026-02-19T19:49:23.337" v="32"/>
          <ac:spMkLst>
            <pc:docMk/>
            <pc:sldMk cId="971806194" sldId="260"/>
            <ac:spMk id="2" creationId="{AB46573E-CE66-889A-DC6E-03484FBF3D25}"/>
          </ac:spMkLst>
        </pc:spChg>
        <pc:spChg chg="del mod">
          <ac:chgData name="Fernando Acosta Soto" userId="b0ed3ab2-7662-4a2b-b4fd-f66aa1437ab6" providerId="ADAL" clId="{DE17AB07-F0C3-4871-BA57-7E7493FE330A}" dt="2026-02-19T19:49:49.849" v="38" actId="478"/>
          <ac:spMkLst>
            <pc:docMk/>
            <pc:sldMk cId="971806194" sldId="260"/>
            <ac:spMk id="4" creationId="{89214B6D-8740-15B1-B65F-72361E02C46B}"/>
          </ac:spMkLst>
        </pc:spChg>
        <pc:spChg chg="add del">
          <ac:chgData name="Fernando Acosta Soto" userId="b0ed3ab2-7662-4a2b-b4fd-f66aa1437ab6" providerId="ADAL" clId="{DE17AB07-F0C3-4871-BA57-7E7493FE330A}" dt="2026-02-19T19:49:58.853" v="40" actId="22"/>
          <ac:spMkLst>
            <pc:docMk/>
            <pc:sldMk cId="971806194" sldId="260"/>
            <ac:spMk id="8" creationId="{FBA42D9A-0E34-E831-6022-34A43E89365C}"/>
          </ac:spMkLst>
        </pc:spChg>
        <pc:spChg chg="add mod">
          <ac:chgData name="Fernando Acosta Soto" userId="b0ed3ab2-7662-4a2b-b4fd-f66aa1437ab6" providerId="ADAL" clId="{DE17AB07-F0C3-4871-BA57-7E7493FE330A}" dt="2026-02-19T19:50:31.928" v="51"/>
          <ac:spMkLst>
            <pc:docMk/>
            <pc:sldMk cId="971806194" sldId="260"/>
            <ac:spMk id="9" creationId="{8906893B-D0A7-EFF2-ADCB-5A35A46287E0}"/>
          </ac:spMkLst>
        </pc:spChg>
        <pc:spChg chg="add del mod">
          <ac:chgData name="Fernando Acosta Soto" userId="b0ed3ab2-7662-4a2b-b4fd-f66aa1437ab6" providerId="ADAL" clId="{DE17AB07-F0C3-4871-BA57-7E7493FE330A}" dt="2026-02-19T19:50:36.615" v="52" actId="478"/>
          <ac:spMkLst>
            <pc:docMk/>
            <pc:sldMk cId="971806194" sldId="260"/>
            <ac:spMk id="11" creationId="{58A540A3-AA5F-E2B9-A1B2-EB5136377734}"/>
          </ac:spMkLst>
        </pc:spChg>
      </pc:sldChg>
      <pc:sldChg chg="modSp">
        <pc:chgData name="Fernando Acosta Soto" userId="b0ed3ab2-7662-4a2b-b4fd-f66aa1437ab6" providerId="ADAL" clId="{DE17AB07-F0C3-4871-BA57-7E7493FE330A}" dt="2026-02-19T19:49:23.337" v="32"/>
        <pc:sldMkLst>
          <pc:docMk/>
          <pc:sldMk cId="2914062854" sldId="261"/>
        </pc:sldMkLst>
        <pc:spChg chg="mod">
          <ac:chgData name="Fernando Acosta Soto" userId="b0ed3ab2-7662-4a2b-b4fd-f66aa1437ab6" providerId="ADAL" clId="{DE17AB07-F0C3-4871-BA57-7E7493FE330A}" dt="2026-02-19T19:49:23.337" v="32"/>
          <ac:spMkLst>
            <pc:docMk/>
            <pc:sldMk cId="2914062854" sldId="261"/>
            <ac:spMk id="2" creationId="{CB3374AA-ABFB-CCF7-907D-E217D9D91B2E}"/>
          </ac:spMkLst>
        </pc:spChg>
        <pc:spChg chg="mod">
          <ac:chgData name="Fernando Acosta Soto" userId="b0ed3ab2-7662-4a2b-b4fd-f66aa1437ab6" providerId="ADAL" clId="{DE17AB07-F0C3-4871-BA57-7E7493FE330A}" dt="2026-02-19T19:49:23.337" v="32"/>
          <ac:spMkLst>
            <pc:docMk/>
            <pc:sldMk cId="2914062854" sldId="261"/>
            <ac:spMk id="3" creationId="{C055A318-66B2-3C6D-61C4-9BBBA3FC3155}"/>
          </ac:spMkLst>
        </pc:spChg>
      </pc:sldChg>
      <pc:sldChg chg="modSp">
        <pc:chgData name="Fernando Acosta Soto" userId="b0ed3ab2-7662-4a2b-b4fd-f66aa1437ab6" providerId="ADAL" clId="{DE17AB07-F0C3-4871-BA57-7E7493FE330A}" dt="2026-02-19T19:49:23.337" v="32"/>
        <pc:sldMkLst>
          <pc:docMk/>
          <pc:sldMk cId="1307164226" sldId="262"/>
        </pc:sldMkLst>
        <pc:spChg chg="mod">
          <ac:chgData name="Fernando Acosta Soto" userId="b0ed3ab2-7662-4a2b-b4fd-f66aa1437ab6" providerId="ADAL" clId="{DE17AB07-F0C3-4871-BA57-7E7493FE330A}" dt="2026-02-19T19:49:23.337" v="32"/>
          <ac:spMkLst>
            <pc:docMk/>
            <pc:sldMk cId="1307164226" sldId="262"/>
            <ac:spMk id="2" creationId="{BD4B0E2A-F450-6235-7030-73DB446C232C}"/>
          </ac:spMkLst>
        </pc:spChg>
        <pc:spChg chg="mod">
          <ac:chgData name="Fernando Acosta Soto" userId="b0ed3ab2-7662-4a2b-b4fd-f66aa1437ab6" providerId="ADAL" clId="{DE17AB07-F0C3-4871-BA57-7E7493FE330A}" dt="2026-02-19T19:49:23.337" v="32"/>
          <ac:spMkLst>
            <pc:docMk/>
            <pc:sldMk cId="1307164226" sldId="262"/>
            <ac:spMk id="3" creationId="{5431DDE3-4F36-A0AC-97E3-3376DB8057D9}"/>
          </ac:spMkLst>
        </pc:spChg>
      </pc:sldChg>
      <pc:sldChg chg="modSp modNotesTx">
        <pc:chgData name="Fernando Acosta Soto" userId="b0ed3ab2-7662-4a2b-b4fd-f66aa1437ab6" providerId="ADAL" clId="{DE17AB07-F0C3-4871-BA57-7E7493FE330A}" dt="2026-02-19T20:10:58.717" v="128" actId="20577"/>
        <pc:sldMkLst>
          <pc:docMk/>
          <pc:sldMk cId="3576471531" sldId="263"/>
        </pc:sldMkLst>
        <pc:spChg chg="mod">
          <ac:chgData name="Fernando Acosta Soto" userId="b0ed3ab2-7662-4a2b-b4fd-f66aa1437ab6" providerId="ADAL" clId="{DE17AB07-F0C3-4871-BA57-7E7493FE330A}" dt="2026-02-19T19:49:23.337" v="32"/>
          <ac:spMkLst>
            <pc:docMk/>
            <pc:sldMk cId="3576471531" sldId="263"/>
            <ac:spMk id="2" creationId="{3BFC8B55-1952-682D-D59C-FAFAC57A4E03}"/>
          </ac:spMkLst>
        </pc:spChg>
        <pc:picChg chg="mod">
          <ac:chgData name="Fernando Acosta Soto" userId="b0ed3ab2-7662-4a2b-b4fd-f66aa1437ab6" providerId="ADAL" clId="{DE17AB07-F0C3-4871-BA57-7E7493FE330A}" dt="2026-02-19T20:05:22.789" v="53" actId="14100"/>
          <ac:picMkLst>
            <pc:docMk/>
            <pc:sldMk cId="3576471531" sldId="263"/>
            <ac:picMk id="1026" creationId="{54CB0927-EE5C-B330-5D2E-5410BEDCC840}"/>
          </ac:picMkLst>
        </pc:picChg>
      </pc:sldChg>
      <pc:sldChg chg="modSp">
        <pc:chgData name="Fernando Acosta Soto" userId="b0ed3ab2-7662-4a2b-b4fd-f66aa1437ab6" providerId="ADAL" clId="{DE17AB07-F0C3-4871-BA57-7E7493FE330A}" dt="2026-02-19T19:49:23.337" v="32"/>
        <pc:sldMkLst>
          <pc:docMk/>
          <pc:sldMk cId="2444918979" sldId="264"/>
        </pc:sldMkLst>
        <pc:spChg chg="mod">
          <ac:chgData name="Fernando Acosta Soto" userId="b0ed3ab2-7662-4a2b-b4fd-f66aa1437ab6" providerId="ADAL" clId="{DE17AB07-F0C3-4871-BA57-7E7493FE330A}" dt="2026-02-19T19:49:23.337" v="32"/>
          <ac:spMkLst>
            <pc:docMk/>
            <pc:sldMk cId="2444918979" sldId="264"/>
            <ac:spMk id="2" creationId="{03E6E5C1-CA1D-3A0F-0109-FC9CC8EA94A2}"/>
          </ac:spMkLst>
        </pc:spChg>
      </pc:sldChg>
      <pc:sldChg chg="delSp modSp add mod">
        <pc:chgData name="Fernando Acosta Soto" userId="b0ed3ab2-7662-4a2b-b4fd-f66aa1437ab6" providerId="ADAL" clId="{DE17AB07-F0C3-4871-BA57-7E7493FE330A}" dt="2026-02-19T19:49:23.638" v="33" actId="27636"/>
        <pc:sldMkLst>
          <pc:docMk/>
          <pc:sldMk cId="1904485494" sldId="265"/>
        </pc:sldMkLst>
        <pc:spChg chg="mod">
          <ac:chgData name="Fernando Acosta Soto" userId="b0ed3ab2-7662-4a2b-b4fd-f66aa1437ab6" providerId="ADAL" clId="{DE17AB07-F0C3-4871-BA57-7E7493FE330A}" dt="2026-02-19T19:49:23.638" v="33" actId="27636"/>
          <ac:spMkLst>
            <pc:docMk/>
            <pc:sldMk cId="1904485494" sldId="265"/>
            <ac:spMk id="6" creationId="{87C368D1-FBE8-2F59-6C2B-A5B491A2DBB3}"/>
          </ac:spMkLst>
        </pc:spChg>
        <pc:picChg chg="del">
          <ac:chgData name="Fernando Acosta Soto" userId="b0ed3ab2-7662-4a2b-b4fd-f66aa1437ab6" providerId="ADAL" clId="{DE17AB07-F0C3-4871-BA57-7E7493FE330A}" dt="2026-02-19T19:43:32.850" v="6" actId="478"/>
          <ac:picMkLst>
            <pc:docMk/>
            <pc:sldMk cId="1904485494" sldId="265"/>
            <ac:picMk id="3074" creationId="{D0504B7C-A55F-DAC8-E04B-92D73233445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F7A76E-10B8-45DC-B8CF-6DD8D676A0C4}" type="datetimeFigureOut">
              <a:rPr lang="es-MX" smtClean="0"/>
              <a:t>19/02/2026</a:t>
            </a:fld>
            <a:endParaRPr lang="es-MX"/>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C124C6-92F7-4A76-A701-270D9DD9C1B7}" type="slidenum">
              <a:rPr lang="es-MX" smtClean="0"/>
              <a:t>‹#›</a:t>
            </a:fld>
            <a:endParaRPr lang="es-MX"/>
          </a:p>
        </p:txBody>
      </p:sp>
    </p:spTree>
    <p:extLst>
      <p:ext uri="{BB962C8B-B14F-4D97-AF65-F5344CB8AC3E}">
        <p14:creationId xmlns:p14="http://schemas.microsoft.com/office/powerpoint/2010/main" val="3281635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Tomar </a:t>
            </a:r>
            <a:r>
              <a:rPr lang="en-US" dirty="0" err="1"/>
              <a:t>el</a:t>
            </a:r>
            <a:r>
              <a:rPr lang="en-US" dirty="0"/>
              <a:t> accuracy</a:t>
            </a:r>
          </a:p>
          <a:p>
            <a:r>
              <a:rPr lang="en-US" dirty="0" err="1"/>
              <a:t>Mencionar</a:t>
            </a:r>
            <a:r>
              <a:rPr lang="en-US" dirty="0"/>
              <a:t> </a:t>
            </a:r>
            <a:r>
              <a:rPr lang="en-US" dirty="0" err="1"/>
              <a:t>el</a:t>
            </a:r>
            <a:r>
              <a:rPr lang="en-US" dirty="0"/>
              <a:t> </a:t>
            </a:r>
            <a:r>
              <a:rPr lang="en-US" dirty="0" err="1"/>
              <a:t>modelo</a:t>
            </a:r>
            <a:r>
              <a:rPr lang="en-US" dirty="0"/>
              <a:t> con </a:t>
            </a:r>
            <a:r>
              <a:rPr lang="en-US" dirty="0" err="1"/>
              <a:t>menor</a:t>
            </a:r>
            <a:r>
              <a:rPr lang="en-US" dirty="0"/>
              <a:t> % de error Cuadrado</a:t>
            </a:r>
          </a:p>
          <a:p>
            <a:r>
              <a:rPr lang="en-US" dirty="0" err="1"/>
              <a:t>Explicar</a:t>
            </a:r>
            <a:r>
              <a:rPr lang="en-US" dirty="0"/>
              <a:t> </a:t>
            </a:r>
            <a:r>
              <a:rPr lang="en-US" dirty="0" err="1"/>
              <a:t>que</a:t>
            </a:r>
            <a:r>
              <a:rPr lang="en-US" dirty="0"/>
              <a:t> es </a:t>
            </a:r>
            <a:r>
              <a:rPr lang="en-US" dirty="0" err="1"/>
              <a:t>el</a:t>
            </a:r>
            <a:r>
              <a:rPr lang="en-US" dirty="0"/>
              <a:t> F1-Score</a:t>
            </a:r>
            <a:endParaRPr lang="es-MX" dirty="0"/>
          </a:p>
        </p:txBody>
      </p:sp>
      <p:sp>
        <p:nvSpPr>
          <p:cNvPr id="4" name="Slide Number Placeholder 3"/>
          <p:cNvSpPr>
            <a:spLocks noGrp="1"/>
          </p:cNvSpPr>
          <p:nvPr>
            <p:ph type="sldNum" sz="quarter" idx="5"/>
          </p:nvPr>
        </p:nvSpPr>
        <p:spPr/>
        <p:txBody>
          <a:bodyPr/>
          <a:lstStyle/>
          <a:p>
            <a:fld id="{CAC124C6-92F7-4A76-A701-270D9DD9C1B7}" type="slidenum">
              <a:rPr lang="es-MX" smtClean="0"/>
              <a:t>5</a:t>
            </a:fld>
            <a:endParaRPr lang="es-MX"/>
          </a:p>
        </p:txBody>
      </p:sp>
    </p:spTree>
    <p:extLst>
      <p:ext uri="{BB962C8B-B14F-4D97-AF65-F5344CB8AC3E}">
        <p14:creationId xmlns:p14="http://schemas.microsoft.com/office/powerpoint/2010/main" val="3049941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Experimentar con </a:t>
            </a:r>
            <a:r>
              <a:rPr lang="en-US" dirty="0" err="1"/>
              <a:t>quitar</a:t>
            </a:r>
            <a:r>
              <a:rPr lang="en-US" dirty="0"/>
              <a:t> variables </a:t>
            </a:r>
            <a:r>
              <a:rPr lang="en-US" dirty="0" err="1"/>
              <a:t>que</a:t>
            </a:r>
            <a:r>
              <a:rPr lang="en-US" dirty="0"/>
              <a:t> se </a:t>
            </a:r>
            <a:r>
              <a:rPr lang="en-US" dirty="0" err="1"/>
              <a:t>correlacionan</a:t>
            </a:r>
            <a:r>
              <a:rPr lang="en-US" dirty="0"/>
              <a:t> </a:t>
            </a:r>
            <a:r>
              <a:rPr lang="en-US" dirty="0" err="1"/>
              <a:t>mucho</a:t>
            </a:r>
            <a:r>
              <a:rPr lang="en-US" dirty="0"/>
              <a:t> entre </a:t>
            </a:r>
            <a:r>
              <a:rPr lang="en-US" dirty="0" err="1"/>
              <a:t>ellas</a:t>
            </a:r>
            <a:endParaRPr lang="en-US" dirty="0"/>
          </a:p>
          <a:p>
            <a:r>
              <a:rPr lang="en-US" dirty="0" err="1"/>
              <a:t>Explicar</a:t>
            </a:r>
            <a:r>
              <a:rPr lang="en-US" dirty="0"/>
              <a:t> </a:t>
            </a:r>
            <a:r>
              <a:rPr lang="en-US" dirty="0" err="1"/>
              <a:t>cuales</a:t>
            </a:r>
            <a:r>
              <a:rPr lang="en-US" dirty="0"/>
              <a:t> </a:t>
            </a:r>
            <a:r>
              <a:rPr lang="en-US" dirty="0" err="1"/>
              <a:t>fueron</a:t>
            </a:r>
            <a:r>
              <a:rPr lang="en-US" dirty="0"/>
              <a:t> </a:t>
            </a:r>
            <a:r>
              <a:rPr lang="en-US" dirty="0" err="1"/>
              <a:t>los</a:t>
            </a:r>
            <a:r>
              <a:rPr lang="en-US" dirty="0"/>
              <a:t> pasos de </a:t>
            </a:r>
            <a:r>
              <a:rPr lang="en-US" dirty="0" err="1"/>
              <a:t>preprocesamiento</a:t>
            </a:r>
            <a:endParaRPr lang="en-US" dirty="0"/>
          </a:p>
          <a:p>
            <a:r>
              <a:rPr lang="en-US" dirty="0" err="1"/>
              <a:t>Dedicar</a:t>
            </a:r>
            <a:r>
              <a:rPr lang="en-US" dirty="0"/>
              <a:t> </a:t>
            </a:r>
            <a:r>
              <a:rPr lang="en-US" dirty="0" err="1"/>
              <a:t>una</a:t>
            </a:r>
            <a:r>
              <a:rPr lang="en-US" dirty="0"/>
              <a:t> slide para </a:t>
            </a:r>
            <a:r>
              <a:rPr lang="en-US" dirty="0" err="1"/>
              <a:t>metodologia</a:t>
            </a:r>
            <a:r>
              <a:rPr lang="en-US" dirty="0"/>
              <a:t> de </a:t>
            </a:r>
            <a:r>
              <a:rPr lang="en-US" dirty="0" err="1"/>
              <a:t>preparacion</a:t>
            </a:r>
            <a:r>
              <a:rPr lang="en-US" dirty="0"/>
              <a:t> de </a:t>
            </a:r>
            <a:r>
              <a:rPr lang="en-US" dirty="0" err="1"/>
              <a:t>datos</a:t>
            </a:r>
            <a:endParaRPr lang="en-US" dirty="0"/>
          </a:p>
          <a:p>
            <a:r>
              <a:rPr lang="en-US" dirty="0" err="1"/>
              <a:t>Mencionar</a:t>
            </a:r>
            <a:r>
              <a:rPr lang="en-US" dirty="0"/>
              <a:t> un </a:t>
            </a:r>
            <a:r>
              <a:rPr lang="en-US" dirty="0" err="1"/>
              <a:t>modelo</a:t>
            </a:r>
            <a:r>
              <a:rPr lang="en-US" dirty="0"/>
              <a:t> de </a:t>
            </a:r>
            <a:r>
              <a:rPr lang="en-US" dirty="0" err="1"/>
              <a:t>datos</a:t>
            </a:r>
            <a:r>
              <a:rPr lang="en-US" dirty="0"/>
              <a:t> con </a:t>
            </a:r>
            <a:r>
              <a:rPr lang="en-US" dirty="0" err="1"/>
              <a:t>esquema</a:t>
            </a:r>
            <a:r>
              <a:rPr lang="en-US" dirty="0"/>
              <a:t> medallion</a:t>
            </a:r>
          </a:p>
          <a:p>
            <a:endParaRPr lang="en-US" dirty="0"/>
          </a:p>
          <a:p>
            <a:r>
              <a:rPr lang="en-US" dirty="0"/>
              <a:t>Estar </a:t>
            </a:r>
            <a:r>
              <a:rPr lang="en-US" dirty="0" err="1"/>
              <a:t>preparado</a:t>
            </a:r>
            <a:r>
              <a:rPr lang="en-US" dirty="0"/>
              <a:t> para </a:t>
            </a:r>
            <a:r>
              <a:rPr lang="en-US" dirty="0" err="1"/>
              <a:t>mostrar</a:t>
            </a:r>
            <a:r>
              <a:rPr lang="en-US" dirty="0"/>
              <a:t> </a:t>
            </a:r>
            <a:r>
              <a:rPr lang="en-US" dirty="0" err="1"/>
              <a:t>el</a:t>
            </a:r>
            <a:r>
              <a:rPr lang="en-US" dirty="0"/>
              <a:t> script</a:t>
            </a:r>
          </a:p>
          <a:p>
            <a:r>
              <a:rPr lang="en-US" dirty="0"/>
              <a:t>	</a:t>
            </a:r>
            <a:r>
              <a:rPr lang="en-US" dirty="0" err="1"/>
              <a:t>el</a:t>
            </a:r>
            <a:r>
              <a:rPr lang="en-US" dirty="0"/>
              <a:t> script es </a:t>
            </a:r>
            <a:r>
              <a:rPr lang="en-US" dirty="0" err="1"/>
              <a:t>el</a:t>
            </a:r>
            <a:r>
              <a:rPr lang="en-US" dirty="0"/>
              <a:t> </a:t>
            </a:r>
            <a:r>
              <a:rPr lang="en-US" dirty="0" err="1"/>
              <a:t>entregable</a:t>
            </a:r>
            <a:r>
              <a:rPr lang="en-US" dirty="0"/>
              <a:t> (</a:t>
            </a:r>
            <a:r>
              <a:rPr lang="en-US" dirty="0" err="1"/>
              <a:t>debe</a:t>
            </a:r>
            <a:r>
              <a:rPr lang="en-US" dirty="0"/>
              <a:t> ser un </a:t>
            </a:r>
            <a:r>
              <a:rPr lang="en-US"/>
              <a:t>Proyecto continuable)</a:t>
            </a:r>
            <a:endParaRPr lang="en-US" dirty="0"/>
          </a:p>
          <a:p>
            <a:endParaRPr lang="en-US" dirty="0"/>
          </a:p>
          <a:p>
            <a:r>
              <a:rPr lang="en-US" dirty="0"/>
              <a:t>Approx 30 </a:t>
            </a:r>
            <a:r>
              <a:rPr lang="en-US" dirty="0" err="1"/>
              <a:t>minutos</a:t>
            </a:r>
            <a:r>
              <a:rPr lang="en-US" dirty="0"/>
              <a:t> </a:t>
            </a:r>
            <a:r>
              <a:rPr lang="en-US" dirty="0" err="1"/>
              <a:t>incluyendo</a:t>
            </a:r>
            <a:r>
              <a:rPr lang="en-US" dirty="0"/>
              <a:t> Q&amp;A</a:t>
            </a:r>
          </a:p>
          <a:p>
            <a:endParaRPr lang="es-MX" dirty="0"/>
          </a:p>
        </p:txBody>
      </p:sp>
      <p:sp>
        <p:nvSpPr>
          <p:cNvPr id="4" name="Slide Number Placeholder 3"/>
          <p:cNvSpPr>
            <a:spLocks noGrp="1"/>
          </p:cNvSpPr>
          <p:nvPr>
            <p:ph type="sldNum" sz="quarter" idx="5"/>
          </p:nvPr>
        </p:nvSpPr>
        <p:spPr/>
        <p:txBody>
          <a:bodyPr/>
          <a:lstStyle/>
          <a:p>
            <a:fld id="{CAC124C6-92F7-4A76-A701-270D9DD9C1B7}" type="slidenum">
              <a:rPr lang="es-MX" smtClean="0"/>
              <a:t>6</a:t>
            </a:fld>
            <a:endParaRPr lang="es-MX"/>
          </a:p>
        </p:txBody>
      </p:sp>
    </p:spTree>
    <p:extLst>
      <p:ext uri="{BB962C8B-B14F-4D97-AF65-F5344CB8AC3E}">
        <p14:creationId xmlns:p14="http://schemas.microsoft.com/office/powerpoint/2010/main" val="34536908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slide para </a:t>
            </a:r>
            <a:r>
              <a:rPr lang="en-US" dirty="0" err="1"/>
              <a:t>revisar</a:t>
            </a:r>
            <a:r>
              <a:rPr lang="en-US" dirty="0"/>
              <a:t> </a:t>
            </a:r>
            <a:r>
              <a:rPr lang="en-US" dirty="0" err="1"/>
              <a:t>resultados</a:t>
            </a:r>
            <a:r>
              <a:rPr lang="en-US" dirty="0"/>
              <a:t> de LIME</a:t>
            </a:r>
          </a:p>
          <a:p>
            <a:r>
              <a:rPr lang="en-US" dirty="0" err="1"/>
              <a:t>Incluir</a:t>
            </a:r>
            <a:r>
              <a:rPr lang="en-US" dirty="0"/>
              <a:t> </a:t>
            </a:r>
            <a:r>
              <a:rPr lang="en-US" dirty="0" err="1"/>
              <a:t>parte</a:t>
            </a:r>
            <a:r>
              <a:rPr lang="en-US" dirty="0"/>
              <a:t> de data segmentation</a:t>
            </a:r>
            <a:endParaRPr lang="es-MX" dirty="0"/>
          </a:p>
        </p:txBody>
      </p:sp>
      <p:sp>
        <p:nvSpPr>
          <p:cNvPr id="4" name="Slide Number Placeholder 3"/>
          <p:cNvSpPr>
            <a:spLocks noGrp="1"/>
          </p:cNvSpPr>
          <p:nvPr>
            <p:ph type="sldNum" sz="quarter" idx="5"/>
          </p:nvPr>
        </p:nvSpPr>
        <p:spPr/>
        <p:txBody>
          <a:bodyPr/>
          <a:lstStyle/>
          <a:p>
            <a:fld id="{CAC124C6-92F7-4A76-A701-270D9DD9C1B7}" type="slidenum">
              <a:rPr lang="es-MX" smtClean="0"/>
              <a:t>9</a:t>
            </a:fld>
            <a:endParaRPr lang="es-MX"/>
          </a:p>
        </p:txBody>
      </p:sp>
    </p:spTree>
    <p:extLst>
      <p:ext uri="{BB962C8B-B14F-4D97-AF65-F5344CB8AC3E}">
        <p14:creationId xmlns:p14="http://schemas.microsoft.com/office/powerpoint/2010/main" val="17859845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3E0DEC60-D4BE-4465-9A60-626142447785}" type="datetimeFigureOut">
              <a:rPr lang="es-MX" smtClean="0"/>
              <a:t>15/02/2026</a:t>
            </a:fld>
            <a:endParaRPr lang="es-MX"/>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s-MX"/>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69E69361-7062-45E8-BDA9-DA7F4A4901BC}" type="slidenum">
              <a:rPr lang="es-MX" smtClean="0"/>
              <a:t>‹#›</a:t>
            </a:fld>
            <a:endParaRPr lang="es-MX"/>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602364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0DEC60-D4BE-4465-9A60-626142447785}" type="datetimeFigureOut">
              <a:rPr lang="es-MX" smtClean="0"/>
              <a:t>15/02/2026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69E69361-7062-45E8-BDA9-DA7F4A4901BC}" type="slidenum">
              <a:rPr lang="es-MX" smtClean="0"/>
              <a:t>‹#›</a:t>
            </a:fld>
            <a:endParaRPr lang="es-MX"/>
          </a:p>
        </p:txBody>
      </p:sp>
    </p:spTree>
    <p:extLst>
      <p:ext uri="{BB962C8B-B14F-4D97-AF65-F5344CB8AC3E}">
        <p14:creationId xmlns:p14="http://schemas.microsoft.com/office/powerpoint/2010/main" val="2024989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0DEC60-D4BE-4465-9A60-626142447785}" type="datetimeFigureOut">
              <a:rPr lang="es-MX" smtClean="0"/>
              <a:t>15/02/2026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69E69361-7062-45E8-BDA9-DA7F4A4901BC}" type="slidenum">
              <a:rPr lang="es-MX" smtClean="0"/>
              <a:t>‹#›</a:t>
            </a:fld>
            <a:endParaRPr lang="es-MX"/>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758872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E0DEC60-D4BE-4465-9A60-626142447785}" type="datetimeFigureOut">
              <a:rPr lang="es-MX" smtClean="0"/>
              <a:t>15/02/2026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69E69361-7062-45E8-BDA9-DA7F4A4901BC}" type="slidenum">
              <a:rPr lang="es-MX" smtClean="0"/>
              <a:t>‹#›</a:t>
            </a:fld>
            <a:endParaRPr lang="es-MX"/>
          </a:p>
        </p:txBody>
      </p:sp>
    </p:spTree>
    <p:extLst>
      <p:ext uri="{BB962C8B-B14F-4D97-AF65-F5344CB8AC3E}">
        <p14:creationId xmlns:p14="http://schemas.microsoft.com/office/powerpoint/2010/main" val="2983187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0DEC60-D4BE-4465-9A60-626142447785}" type="datetimeFigureOut">
              <a:rPr lang="es-MX" smtClean="0"/>
              <a:t>15/02/2026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69E69361-7062-45E8-BDA9-DA7F4A4901BC}" type="slidenum">
              <a:rPr lang="es-MX" smtClean="0"/>
              <a:t>‹#›</a:t>
            </a:fld>
            <a:endParaRPr lang="es-MX"/>
          </a:p>
        </p:txBody>
      </p:sp>
    </p:spTree>
    <p:extLst>
      <p:ext uri="{BB962C8B-B14F-4D97-AF65-F5344CB8AC3E}">
        <p14:creationId xmlns:p14="http://schemas.microsoft.com/office/powerpoint/2010/main" val="138751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E0DEC60-D4BE-4465-9A60-626142447785}" type="datetimeFigureOut">
              <a:rPr lang="es-MX" smtClean="0"/>
              <a:t>15/02/2026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69E69361-7062-45E8-BDA9-DA7F4A4901BC}" type="slidenum">
              <a:rPr lang="es-MX" smtClean="0"/>
              <a:t>‹#›</a:t>
            </a:fld>
            <a:endParaRPr lang="es-MX"/>
          </a:p>
        </p:txBody>
      </p:sp>
    </p:spTree>
    <p:extLst>
      <p:ext uri="{BB962C8B-B14F-4D97-AF65-F5344CB8AC3E}">
        <p14:creationId xmlns:p14="http://schemas.microsoft.com/office/powerpoint/2010/main" val="121711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0DEC60-D4BE-4465-9A60-626142447785}" type="datetimeFigureOut">
              <a:rPr lang="es-MX" smtClean="0"/>
              <a:t>15/02/2026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69E69361-7062-45E8-BDA9-DA7F4A4901BC}" type="slidenum">
              <a:rPr lang="es-MX" smtClean="0"/>
              <a:t>‹#›</a:t>
            </a:fld>
            <a:endParaRPr lang="es-MX"/>
          </a:p>
        </p:txBody>
      </p:sp>
    </p:spTree>
    <p:extLst>
      <p:ext uri="{BB962C8B-B14F-4D97-AF65-F5344CB8AC3E}">
        <p14:creationId xmlns:p14="http://schemas.microsoft.com/office/powerpoint/2010/main" val="4283856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DEC60-D4BE-4465-9A60-626142447785}" type="datetimeFigureOut">
              <a:rPr lang="es-MX" smtClean="0"/>
              <a:t>15/02/2026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69E69361-7062-45E8-BDA9-DA7F4A4901BC}" type="slidenum">
              <a:rPr lang="es-MX" smtClean="0"/>
              <a:t>‹#›</a:t>
            </a:fld>
            <a:endParaRPr lang="es-MX"/>
          </a:p>
        </p:txBody>
      </p:sp>
    </p:spTree>
    <p:extLst>
      <p:ext uri="{BB962C8B-B14F-4D97-AF65-F5344CB8AC3E}">
        <p14:creationId xmlns:p14="http://schemas.microsoft.com/office/powerpoint/2010/main" val="10171898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DEC60-D4BE-4465-9A60-626142447785}" type="datetimeFigureOut">
              <a:rPr lang="es-MX" smtClean="0"/>
              <a:t>15/02/2026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69E69361-7062-45E8-BDA9-DA7F4A4901BC}" type="slidenum">
              <a:rPr lang="es-MX" smtClean="0"/>
              <a:t>‹#›</a:t>
            </a:fld>
            <a:endParaRPr lang="es-MX"/>
          </a:p>
        </p:txBody>
      </p:sp>
    </p:spTree>
    <p:extLst>
      <p:ext uri="{BB962C8B-B14F-4D97-AF65-F5344CB8AC3E}">
        <p14:creationId xmlns:p14="http://schemas.microsoft.com/office/powerpoint/2010/main" val="3266482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0DEC60-D4BE-4465-9A60-626142447785}" type="datetimeFigureOut">
              <a:rPr lang="es-MX" smtClean="0"/>
              <a:t>15/02/2026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69E69361-7062-45E8-BDA9-DA7F4A4901BC}" type="slidenum">
              <a:rPr lang="es-MX" smtClean="0"/>
              <a:t>‹#›</a:t>
            </a:fld>
            <a:endParaRPr lang="es-MX"/>
          </a:p>
        </p:txBody>
      </p:sp>
    </p:spTree>
    <p:extLst>
      <p:ext uri="{BB962C8B-B14F-4D97-AF65-F5344CB8AC3E}">
        <p14:creationId xmlns:p14="http://schemas.microsoft.com/office/powerpoint/2010/main" val="3173387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0DEC60-D4BE-4465-9A60-626142447785}" type="datetimeFigureOut">
              <a:rPr lang="es-MX" smtClean="0"/>
              <a:t>15/02/2026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69E69361-7062-45E8-BDA9-DA7F4A4901BC}" type="slidenum">
              <a:rPr lang="es-MX" smtClean="0"/>
              <a:t>‹#›</a:t>
            </a:fld>
            <a:endParaRPr lang="es-MX"/>
          </a:p>
        </p:txBody>
      </p:sp>
    </p:spTree>
    <p:extLst>
      <p:ext uri="{BB962C8B-B14F-4D97-AF65-F5344CB8AC3E}">
        <p14:creationId xmlns:p14="http://schemas.microsoft.com/office/powerpoint/2010/main" val="672146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3E0DEC60-D4BE-4465-9A60-626142447785}" type="datetimeFigureOut">
              <a:rPr lang="es-MX" smtClean="0"/>
              <a:t>15/02/2026</a:t>
            </a:fld>
            <a:endParaRPr lang="es-MX"/>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s-MX"/>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69E69361-7062-45E8-BDA9-DA7F4A4901BC}" type="slidenum">
              <a:rPr lang="es-MX" smtClean="0"/>
              <a:t>‹#›</a:t>
            </a:fld>
            <a:endParaRPr lang="es-MX"/>
          </a:p>
        </p:txBody>
      </p:sp>
    </p:spTree>
    <p:extLst>
      <p:ext uri="{BB962C8B-B14F-4D97-AF65-F5344CB8AC3E}">
        <p14:creationId xmlns:p14="http://schemas.microsoft.com/office/powerpoint/2010/main" val="1589330544"/>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9E552-71CC-2893-0494-6B6A1BCCED07}"/>
              </a:ext>
            </a:extLst>
          </p:cNvPr>
          <p:cNvSpPr>
            <a:spLocks noGrp="1"/>
          </p:cNvSpPr>
          <p:nvPr>
            <p:ph type="ctrTitle"/>
          </p:nvPr>
        </p:nvSpPr>
        <p:spPr/>
        <p:txBody>
          <a:bodyPr/>
          <a:lstStyle/>
          <a:p>
            <a:r>
              <a:rPr lang="en-US" dirty="0"/>
              <a:t>AI Academy </a:t>
            </a:r>
            <a:br>
              <a:rPr lang="en-US" dirty="0"/>
            </a:br>
            <a:r>
              <a:rPr lang="en-US" sz="4000" dirty="0"/>
              <a:t>Final Study Case</a:t>
            </a:r>
            <a:endParaRPr lang="es-MX" sz="4000" dirty="0"/>
          </a:p>
        </p:txBody>
      </p:sp>
      <p:sp>
        <p:nvSpPr>
          <p:cNvPr id="3" name="Subtitle 2">
            <a:extLst>
              <a:ext uri="{FF2B5EF4-FFF2-40B4-BE49-F238E27FC236}">
                <a16:creationId xmlns:a16="http://schemas.microsoft.com/office/drawing/2014/main" id="{B6536138-2189-A8E9-05C3-A1358D2D429A}"/>
              </a:ext>
            </a:extLst>
          </p:cNvPr>
          <p:cNvSpPr>
            <a:spLocks noGrp="1"/>
          </p:cNvSpPr>
          <p:nvPr>
            <p:ph type="subTitle" idx="1"/>
          </p:nvPr>
        </p:nvSpPr>
        <p:spPr>
          <a:xfrm>
            <a:off x="1524000" y="4553014"/>
            <a:ext cx="9144000" cy="1655762"/>
          </a:xfrm>
        </p:spPr>
        <p:txBody>
          <a:bodyPr/>
          <a:lstStyle/>
          <a:p>
            <a:r>
              <a:rPr lang="en-US" dirty="0"/>
              <a:t>Luis Fernando Acosta Soto</a:t>
            </a:r>
            <a:endParaRPr lang="es-MX" dirty="0"/>
          </a:p>
        </p:txBody>
      </p:sp>
    </p:spTree>
    <p:extLst>
      <p:ext uri="{BB962C8B-B14F-4D97-AF65-F5344CB8AC3E}">
        <p14:creationId xmlns:p14="http://schemas.microsoft.com/office/powerpoint/2010/main" val="37610411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22394-B8FB-AB5C-CA0A-8DF26911D139}"/>
              </a:ext>
            </a:extLst>
          </p:cNvPr>
          <p:cNvSpPr>
            <a:spLocks noGrp="1"/>
          </p:cNvSpPr>
          <p:nvPr>
            <p:ph type="title"/>
          </p:nvPr>
        </p:nvSpPr>
        <p:spPr/>
        <p:txBody>
          <a:bodyPr/>
          <a:lstStyle/>
          <a:p>
            <a:r>
              <a:rPr lang="en-US" dirty="0"/>
              <a:t>Summary</a:t>
            </a:r>
            <a:endParaRPr lang="es-MX" dirty="0"/>
          </a:p>
        </p:txBody>
      </p:sp>
      <p:sp>
        <p:nvSpPr>
          <p:cNvPr id="3" name="Content Placeholder 2">
            <a:extLst>
              <a:ext uri="{FF2B5EF4-FFF2-40B4-BE49-F238E27FC236}">
                <a16:creationId xmlns:a16="http://schemas.microsoft.com/office/drawing/2014/main" id="{499CFB86-0B73-E0F5-378F-F89C145C1C18}"/>
              </a:ext>
            </a:extLst>
          </p:cNvPr>
          <p:cNvSpPr>
            <a:spLocks noGrp="1"/>
          </p:cNvSpPr>
          <p:nvPr>
            <p:ph idx="1"/>
          </p:nvPr>
        </p:nvSpPr>
        <p:spPr>
          <a:xfrm>
            <a:off x="618744" y="1825625"/>
            <a:ext cx="10515600" cy="3441319"/>
          </a:xfrm>
        </p:spPr>
        <p:txBody>
          <a:bodyPr>
            <a:noAutofit/>
          </a:bodyPr>
          <a:lstStyle/>
          <a:p>
            <a:pPr marL="0" indent="0">
              <a:lnSpc>
                <a:spcPct val="150000"/>
              </a:lnSpc>
              <a:buNone/>
            </a:pPr>
            <a:r>
              <a:rPr lang="en-US" sz="2400" dirty="0"/>
              <a:t>Energy consumption spikes cause the energy suppliers to have to buy energy from third party producers to meet an increased demand, as failure to do this might shut down operations due to overload, which decreases profitability, and increases operational headway, as power grid operators need to make manual adjustments.</a:t>
            </a:r>
          </a:p>
        </p:txBody>
      </p:sp>
      <p:sp>
        <p:nvSpPr>
          <p:cNvPr id="4" name="Content Placeholder 2">
            <a:extLst>
              <a:ext uri="{FF2B5EF4-FFF2-40B4-BE49-F238E27FC236}">
                <a16:creationId xmlns:a16="http://schemas.microsoft.com/office/drawing/2014/main" id="{37CBA6BE-73E7-9074-E5C5-34400EA330D6}"/>
              </a:ext>
            </a:extLst>
          </p:cNvPr>
          <p:cNvSpPr txBox="1">
            <a:spLocks/>
          </p:cNvSpPr>
          <p:nvPr/>
        </p:nvSpPr>
        <p:spPr>
          <a:xfrm>
            <a:off x="838200" y="4108577"/>
            <a:ext cx="10515600" cy="18502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s-MX" dirty="0"/>
          </a:p>
        </p:txBody>
      </p:sp>
    </p:spTree>
    <p:extLst>
      <p:ext uri="{BB962C8B-B14F-4D97-AF65-F5344CB8AC3E}">
        <p14:creationId xmlns:p14="http://schemas.microsoft.com/office/powerpoint/2010/main" val="837542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936C6-1400-B287-4702-E0F9F25379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46573E-CE66-889A-DC6E-03484FBF3D25}"/>
              </a:ext>
            </a:extLst>
          </p:cNvPr>
          <p:cNvSpPr>
            <a:spLocks noGrp="1"/>
          </p:cNvSpPr>
          <p:nvPr>
            <p:ph type="title"/>
          </p:nvPr>
        </p:nvSpPr>
        <p:spPr/>
        <p:txBody>
          <a:bodyPr/>
          <a:lstStyle/>
          <a:p>
            <a:r>
              <a:rPr lang="en-US" dirty="0"/>
              <a:t>Problem Statement</a:t>
            </a:r>
            <a:endParaRPr lang="es-MX" dirty="0"/>
          </a:p>
        </p:txBody>
      </p:sp>
      <p:sp>
        <p:nvSpPr>
          <p:cNvPr id="9" name="Content Placeholder 2">
            <a:extLst>
              <a:ext uri="{FF2B5EF4-FFF2-40B4-BE49-F238E27FC236}">
                <a16:creationId xmlns:a16="http://schemas.microsoft.com/office/drawing/2014/main" id="{8906893B-D0A7-EFF2-ADCB-5A35A46287E0}"/>
              </a:ext>
            </a:extLst>
          </p:cNvPr>
          <p:cNvSpPr>
            <a:spLocks noGrp="1"/>
          </p:cNvSpPr>
          <p:nvPr>
            <p:ph idx="1"/>
          </p:nvPr>
        </p:nvSpPr>
        <p:spPr>
          <a:xfrm>
            <a:off x="618744" y="1825625"/>
            <a:ext cx="10515600" cy="3441319"/>
          </a:xfrm>
        </p:spPr>
        <p:txBody>
          <a:bodyPr>
            <a:noAutofit/>
          </a:bodyPr>
          <a:lstStyle/>
          <a:p>
            <a:pPr marL="0" indent="0">
              <a:lnSpc>
                <a:spcPct val="150000"/>
              </a:lnSpc>
              <a:buNone/>
            </a:pPr>
            <a:r>
              <a:rPr lang="en-US" sz="2400" dirty="0"/>
              <a:t>The ability to detect these anomalies automatically, instead of manually, will allow response protocols and downstream responses to become more efficient, by enabling auto-flagging of incidents across the grid.</a:t>
            </a:r>
          </a:p>
        </p:txBody>
      </p:sp>
    </p:spTree>
    <p:extLst>
      <p:ext uri="{BB962C8B-B14F-4D97-AF65-F5344CB8AC3E}">
        <p14:creationId xmlns:p14="http://schemas.microsoft.com/office/powerpoint/2010/main" val="971806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374AA-ABFB-CCF7-907D-E217D9D91B2E}"/>
              </a:ext>
            </a:extLst>
          </p:cNvPr>
          <p:cNvSpPr>
            <a:spLocks noGrp="1"/>
          </p:cNvSpPr>
          <p:nvPr>
            <p:ph type="title"/>
          </p:nvPr>
        </p:nvSpPr>
        <p:spPr/>
        <p:txBody>
          <a:bodyPr/>
          <a:lstStyle/>
          <a:p>
            <a:r>
              <a:rPr lang="en-US" dirty="0"/>
              <a:t>Objective</a:t>
            </a:r>
            <a:endParaRPr lang="es-MX" dirty="0"/>
          </a:p>
        </p:txBody>
      </p:sp>
      <p:sp>
        <p:nvSpPr>
          <p:cNvPr id="3" name="Content Placeholder 2">
            <a:extLst>
              <a:ext uri="{FF2B5EF4-FFF2-40B4-BE49-F238E27FC236}">
                <a16:creationId xmlns:a16="http://schemas.microsoft.com/office/drawing/2014/main" id="{C055A318-66B2-3C6D-61C4-9BBBA3FC3155}"/>
              </a:ext>
            </a:extLst>
          </p:cNvPr>
          <p:cNvSpPr>
            <a:spLocks noGrp="1"/>
          </p:cNvSpPr>
          <p:nvPr>
            <p:ph idx="1"/>
          </p:nvPr>
        </p:nvSpPr>
        <p:spPr/>
        <p:txBody>
          <a:bodyPr/>
          <a:lstStyle/>
          <a:p>
            <a:endParaRPr lang="es-MX"/>
          </a:p>
        </p:txBody>
      </p:sp>
    </p:spTree>
    <p:extLst>
      <p:ext uri="{BB962C8B-B14F-4D97-AF65-F5344CB8AC3E}">
        <p14:creationId xmlns:p14="http://schemas.microsoft.com/office/powerpoint/2010/main" val="2914062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B1ABF-86ED-9EC0-B6C2-A27741D25AC8}"/>
              </a:ext>
            </a:extLst>
          </p:cNvPr>
          <p:cNvSpPr>
            <a:spLocks noGrp="1"/>
          </p:cNvSpPr>
          <p:nvPr>
            <p:ph type="title"/>
          </p:nvPr>
        </p:nvSpPr>
        <p:spPr/>
        <p:txBody>
          <a:bodyPr/>
          <a:lstStyle/>
          <a:p>
            <a:r>
              <a:rPr lang="en-US" dirty="0"/>
              <a:t>Methodology</a:t>
            </a:r>
            <a:endParaRPr lang="es-MX" dirty="0"/>
          </a:p>
        </p:txBody>
      </p:sp>
      <p:sp>
        <p:nvSpPr>
          <p:cNvPr id="3" name="Content Placeholder 2">
            <a:extLst>
              <a:ext uri="{FF2B5EF4-FFF2-40B4-BE49-F238E27FC236}">
                <a16:creationId xmlns:a16="http://schemas.microsoft.com/office/drawing/2014/main" id="{8FA68088-A6DD-B638-DAE1-984F6FFAC845}"/>
              </a:ext>
            </a:extLst>
          </p:cNvPr>
          <p:cNvSpPr>
            <a:spLocks noGrp="1"/>
          </p:cNvSpPr>
          <p:nvPr>
            <p:ph idx="1"/>
          </p:nvPr>
        </p:nvSpPr>
        <p:spPr>
          <a:xfrm>
            <a:off x="838200" y="1588960"/>
            <a:ext cx="10515600" cy="1620711"/>
          </a:xfrm>
        </p:spPr>
        <p:txBody>
          <a:bodyPr>
            <a:normAutofit/>
          </a:bodyPr>
          <a:lstStyle/>
          <a:p>
            <a:pPr marL="0" indent="0">
              <a:buNone/>
            </a:pPr>
            <a:r>
              <a:rPr lang="en-US" dirty="0"/>
              <a:t>Develop and maintain a production-running classification model (champion-challenger selection) trained on anomaly historical data to classify upon-arrival any possible anomaly and be able to take downstream actions on it.</a:t>
            </a:r>
            <a:endParaRPr lang="es-MX" dirty="0"/>
          </a:p>
        </p:txBody>
      </p:sp>
      <p:sp>
        <p:nvSpPr>
          <p:cNvPr id="4" name="Content Placeholder 2">
            <a:extLst>
              <a:ext uri="{FF2B5EF4-FFF2-40B4-BE49-F238E27FC236}">
                <a16:creationId xmlns:a16="http://schemas.microsoft.com/office/drawing/2014/main" id="{A0C40DB9-101D-3A8E-9E2B-1C355221ECC9}"/>
              </a:ext>
            </a:extLst>
          </p:cNvPr>
          <p:cNvSpPr txBox="1">
            <a:spLocks/>
          </p:cNvSpPr>
          <p:nvPr/>
        </p:nvSpPr>
        <p:spPr>
          <a:xfrm>
            <a:off x="4838701" y="3218582"/>
            <a:ext cx="2033016" cy="5182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800" dirty="0"/>
              <a:t>Specificity &gt; 90%</a:t>
            </a:r>
            <a:endParaRPr lang="es-MX" sz="1800" dirty="0"/>
          </a:p>
        </p:txBody>
      </p:sp>
      <p:sp>
        <p:nvSpPr>
          <p:cNvPr id="5" name="Content Placeholder 2">
            <a:extLst>
              <a:ext uri="{FF2B5EF4-FFF2-40B4-BE49-F238E27FC236}">
                <a16:creationId xmlns:a16="http://schemas.microsoft.com/office/drawing/2014/main" id="{65115BC6-880E-F798-0D32-47797085ED72}"/>
              </a:ext>
            </a:extLst>
          </p:cNvPr>
          <p:cNvSpPr txBox="1">
            <a:spLocks/>
          </p:cNvSpPr>
          <p:nvPr/>
        </p:nvSpPr>
        <p:spPr>
          <a:xfrm>
            <a:off x="1188720" y="3218582"/>
            <a:ext cx="1859280" cy="429895"/>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800" dirty="0"/>
              <a:t>Sensitivity &gt; 70%</a:t>
            </a:r>
            <a:endParaRPr lang="es-MX" sz="1800" dirty="0"/>
          </a:p>
        </p:txBody>
      </p:sp>
      <p:sp>
        <p:nvSpPr>
          <p:cNvPr id="6" name="Content Placeholder 2">
            <a:extLst>
              <a:ext uri="{FF2B5EF4-FFF2-40B4-BE49-F238E27FC236}">
                <a16:creationId xmlns:a16="http://schemas.microsoft.com/office/drawing/2014/main" id="{47174030-D195-DDE0-ED0B-2DAC2738D2C1}"/>
              </a:ext>
            </a:extLst>
          </p:cNvPr>
          <p:cNvSpPr txBox="1">
            <a:spLocks/>
          </p:cNvSpPr>
          <p:nvPr/>
        </p:nvSpPr>
        <p:spPr>
          <a:xfrm>
            <a:off x="8305800" y="3218581"/>
            <a:ext cx="2033016" cy="42989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800" dirty="0"/>
              <a:t>F1-score</a:t>
            </a:r>
            <a:endParaRPr lang="es-MX" sz="1800" dirty="0"/>
          </a:p>
        </p:txBody>
      </p:sp>
    </p:spTree>
    <p:extLst>
      <p:ext uri="{BB962C8B-B14F-4D97-AF65-F5344CB8AC3E}">
        <p14:creationId xmlns:p14="http://schemas.microsoft.com/office/powerpoint/2010/main" val="6563934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2088F-1CFF-3804-3AE7-A536B1034DE8}"/>
              </a:ext>
            </a:extLst>
          </p:cNvPr>
          <p:cNvSpPr>
            <a:spLocks noGrp="1"/>
          </p:cNvSpPr>
          <p:nvPr>
            <p:ph type="title"/>
          </p:nvPr>
        </p:nvSpPr>
        <p:spPr>
          <a:xfrm>
            <a:off x="919119" y="377918"/>
            <a:ext cx="10353762" cy="970450"/>
          </a:xfrm>
        </p:spPr>
        <p:txBody>
          <a:bodyPr/>
          <a:lstStyle/>
          <a:p>
            <a:r>
              <a:rPr lang="en-US" dirty="0"/>
              <a:t>Experiments – Feature Selection</a:t>
            </a:r>
            <a:endParaRPr lang="es-MX" dirty="0"/>
          </a:p>
        </p:txBody>
      </p:sp>
      <p:pic>
        <p:nvPicPr>
          <p:cNvPr id="3074" name="Picture 2">
            <a:extLst>
              <a:ext uri="{FF2B5EF4-FFF2-40B4-BE49-F238E27FC236}">
                <a16:creationId xmlns:a16="http://schemas.microsoft.com/office/drawing/2014/main" id="{E78EC64B-842D-FFFE-B855-48FBE3927F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7315" y="1348368"/>
            <a:ext cx="6035566" cy="5437674"/>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a:extLst>
              <a:ext uri="{FF2B5EF4-FFF2-40B4-BE49-F238E27FC236}">
                <a16:creationId xmlns:a16="http://schemas.microsoft.com/office/drawing/2014/main" id="{3CB4E355-04B4-2BCE-ECEB-DEBCC9242791}"/>
              </a:ext>
            </a:extLst>
          </p:cNvPr>
          <p:cNvSpPr txBox="1">
            <a:spLocks/>
          </p:cNvSpPr>
          <p:nvPr/>
        </p:nvSpPr>
        <p:spPr>
          <a:xfrm>
            <a:off x="838200" y="1874393"/>
            <a:ext cx="3250324" cy="4298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t>Correlation test (Spearman)</a:t>
            </a:r>
            <a:endParaRPr lang="es-MX" sz="1800" dirty="0"/>
          </a:p>
        </p:txBody>
      </p:sp>
    </p:spTree>
    <p:extLst>
      <p:ext uri="{BB962C8B-B14F-4D97-AF65-F5344CB8AC3E}">
        <p14:creationId xmlns:p14="http://schemas.microsoft.com/office/powerpoint/2010/main" val="3273545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74DB2-C277-55B1-F8F4-E6C3ED80D5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33CF2A-0AF0-C651-06C6-1A9742C0742F}"/>
              </a:ext>
            </a:extLst>
          </p:cNvPr>
          <p:cNvSpPr>
            <a:spLocks noGrp="1"/>
          </p:cNvSpPr>
          <p:nvPr>
            <p:ph type="title"/>
          </p:nvPr>
        </p:nvSpPr>
        <p:spPr>
          <a:xfrm>
            <a:off x="919119" y="377918"/>
            <a:ext cx="10353762" cy="970450"/>
          </a:xfrm>
        </p:spPr>
        <p:txBody>
          <a:bodyPr/>
          <a:lstStyle/>
          <a:p>
            <a:r>
              <a:rPr lang="en-US" dirty="0"/>
              <a:t>Experiments – Features</a:t>
            </a:r>
            <a:endParaRPr lang="es-MX" dirty="0"/>
          </a:p>
        </p:txBody>
      </p:sp>
      <p:sp>
        <p:nvSpPr>
          <p:cNvPr id="6" name="Content Placeholder 2">
            <a:extLst>
              <a:ext uri="{FF2B5EF4-FFF2-40B4-BE49-F238E27FC236}">
                <a16:creationId xmlns:a16="http://schemas.microsoft.com/office/drawing/2014/main" id="{87C368D1-FBE8-2F59-6C2B-A5B491A2DBB3}"/>
              </a:ext>
            </a:extLst>
          </p:cNvPr>
          <p:cNvSpPr txBox="1">
            <a:spLocks/>
          </p:cNvSpPr>
          <p:nvPr/>
        </p:nvSpPr>
        <p:spPr>
          <a:xfrm>
            <a:off x="838200" y="2377440"/>
            <a:ext cx="3355428" cy="518286"/>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t>Chi-square test (independence)</a:t>
            </a:r>
            <a:endParaRPr lang="es-MX" sz="1800" dirty="0"/>
          </a:p>
        </p:txBody>
      </p:sp>
      <p:sp>
        <p:nvSpPr>
          <p:cNvPr id="7" name="Content Placeholder 2">
            <a:extLst>
              <a:ext uri="{FF2B5EF4-FFF2-40B4-BE49-F238E27FC236}">
                <a16:creationId xmlns:a16="http://schemas.microsoft.com/office/drawing/2014/main" id="{EFC3FD05-1281-CE9E-9517-AD4CBB5B2728}"/>
              </a:ext>
            </a:extLst>
          </p:cNvPr>
          <p:cNvSpPr txBox="1">
            <a:spLocks/>
          </p:cNvSpPr>
          <p:nvPr/>
        </p:nvSpPr>
        <p:spPr>
          <a:xfrm>
            <a:off x="838200" y="1874393"/>
            <a:ext cx="3250324" cy="4298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t>Correlation test (Spearman)</a:t>
            </a:r>
            <a:endParaRPr lang="es-MX" sz="1800" dirty="0"/>
          </a:p>
        </p:txBody>
      </p:sp>
    </p:spTree>
    <p:extLst>
      <p:ext uri="{BB962C8B-B14F-4D97-AF65-F5344CB8AC3E}">
        <p14:creationId xmlns:p14="http://schemas.microsoft.com/office/powerpoint/2010/main" val="1904485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B0E2A-F450-6235-7030-73DB446C232C}"/>
              </a:ext>
            </a:extLst>
          </p:cNvPr>
          <p:cNvSpPr>
            <a:spLocks noGrp="1"/>
          </p:cNvSpPr>
          <p:nvPr>
            <p:ph type="title"/>
          </p:nvPr>
        </p:nvSpPr>
        <p:spPr/>
        <p:txBody>
          <a:bodyPr/>
          <a:lstStyle/>
          <a:p>
            <a:r>
              <a:rPr lang="en-US" dirty="0"/>
              <a:t>Results</a:t>
            </a:r>
            <a:endParaRPr lang="es-MX" dirty="0"/>
          </a:p>
        </p:txBody>
      </p:sp>
      <p:sp>
        <p:nvSpPr>
          <p:cNvPr id="3" name="Content Placeholder 2">
            <a:extLst>
              <a:ext uri="{FF2B5EF4-FFF2-40B4-BE49-F238E27FC236}">
                <a16:creationId xmlns:a16="http://schemas.microsoft.com/office/drawing/2014/main" id="{5431DDE3-4F36-A0AC-97E3-3376DB8057D9}"/>
              </a:ext>
            </a:extLst>
          </p:cNvPr>
          <p:cNvSpPr>
            <a:spLocks noGrp="1"/>
          </p:cNvSpPr>
          <p:nvPr>
            <p:ph idx="1"/>
          </p:nvPr>
        </p:nvSpPr>
        <p:spPr/>
        <p:txBody>
          <a:bodyPr/>
          <a:lstStyle/>
          <a:p>
            <a:endParaRPr lang="es-MX"/>
          </a:p>
        </p:txBody>
      </p:sp>
    </p:spTree>
    <p:extLst>
      <p:ext uri="{BB962C8B-B14F-4D97-AF65-F5344CB8AC3E}">
        <p14:creationId xmlns:p14="http://schemas.microsoft.com/office/powerpoint/2010/main" val="1307164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C8B55-1952-682D-D59C-FAFAC57A4E03}"/>
              </a:ext>
            </a:extLst>
          </p:cNvPr>
          <p:cNvSpPr>
            <a:spLocks noGrp="1"/>
          </p:cNvSpPr>
          <p:nvPr>
            <p:ph type="title"/>
          </p:nvPr>
        </p:nvSpPr>
        <p:spPr/>
        <p:txBody>
          <a:bodyPr/>
          <a:lstStyle/>
          <a:p>
            <a:r>
              <a:rPr lang="en-US" dirty="0"/>
              <a:t>POC</a:t>
            </a:r>
            <a:endParaRPr lang="es-MX" dirty="0"/>
          </a:p>
        </p:txBody>
      </p:sp>
      <p:pic>
        <p:nvPicPr>
          <p:cNvPr id="1026" name="Picture 2">
            <a:extLst>
              <a:ext uri="{FF2B5EF4-FFF2-40B4-BE49-F238E27FC236}">
                <a16:creationId xmlns:a16="http://schemas.microsoft.com/office/drawing/2014/main" id="{54CB0927-EE5C-B330-5D2E-5410BEDCC8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4587" y="1475800"/>
            <a:ext cx="10879110" cy="4096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64715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6E5C1-CA1D-3A0F-0109-FC9CC8EA94A2}"/>
              </a:ext>
            </a:extLst>
          </p:cNvPr>
          <p:cNvSpPr>
            <a:spLocks noGrp="1"/>
          </p:cNvSpPr>
          <p:nvPr>
            <p:ph type="title"/>
          </p:nvPr>
        </p:nvSpPr>
        <p:spPr/>
        <p:txBody>
          <a:bodyPr/>
          <a:lstStyle/>
          <a:p>
            <a:r>
              <a:rPr lang="en-US" dirty="0"/>
              <a:t>Next-steps</a:t>
            </a:r>
            <a:endParaRPr lang="es-MX" dirty="0"/>
          </a:p>
        </p:txBody>
      </p:sp>
      <p:sp>
        <p:nvSpPr>
          <p:cNvPr id="4" name="AutoShape 2">
            <a:extLst>
              <a:ext uri="{FF2B5EF4-FFF2-40B4-BE49-F238E27FC236}">
                <a16:creationId xmlns:a16="http://schemas.microsoft.com/office/drawing/2014/main" id="{8628F3EC-B35A-0A2A-94AE-A2C4E9403744}"/>
              </a:ext>
            </a:extLst>
          </p:cNvPr>
          <p:cNvSpPr>
            <a:spLocks noChangeAspect="1" noChangeArrowheads="1"/>
          </p:cNvSpPr>
          <p:nvPr/>
        </p:nvSpPr>
        <p:spPr bwMode="auto">
          <a:xfrm>
            <a:off x="0" y="1585913"/>
            <a:ext cx="12192000" cy="368458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pic>
        <p:nvPicPr>
          <p:cNvPr id="2052" name="Picture 4">
            <a:extLst>
              <a:ext uri="{FF2B5EF4-FFF2-40B4-BE49-F238E27FC236}">
                <a16:creationId xmlns:a16="http://schemas.microsoft.com/office/drawing/2014/main" id="{395B6103-2C8B-2BE9-8843-11D6E831BD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176" y="1690688"/>
            <a:ext cx="11601243" cy="35798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4918979"/>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TM03457515[[fn=View]]</Template>
  <TotalTime>5480</TotalTime>
  <Words>260</Words>
  <Application>Microsoft Office PowerPoint</Application>
  <PresentationFormat>Widescreen</PresentationFormat>
  <Paragraphs>37</Paragraphs>
  <Slides>10</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Century Schoolbook</vt:lpstr>
      <vt:lpstr>Wingdings 2</vt:lpstr>
      <vt:lpstr>View</vt:lpstr>
      <vt:lpstr>AI Academy  Final Study Case</vt:lpstr>
      <vt:lpstr>Summary</vt:lpstr>
      <vt:lpstr>Problem Statement</vt:lpstr>
      <vt:lpstr>Objective</vt:lpstr>
      <vt:lpstr>Methodology</vt:lpstr>
      <vt:lpstr>Experiments – Feature Selection</vt:lpstr>
      <vt:lpstr>Experiments – Features</vt:lpstr>
      <vt:lpstr>Results</vt:lpstr>
      <vt:lpstr>POC</vt:lpstr>
      <vt:lpstr>Next-steps</vt:lpstr>
    </vt:vector>
  </TitlesOfParts>
  <Company>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Fernando Acosta Soto</dc:creator>
  <cp:lastModifiedBy>Fernando Acosta Soto</cp:lastModifiedBy>
  <cp:revision>1</cp:revision>
  <dcterms:created xsi:type="dcterms:W3CDTF">2026-02-16T00:57:04Z</dcterms:created>
  <dcterms:modified xsi:type="dcterms:W3CDTF">2026-02-19T20:17:09Z</dcterms:modified>
</cp:coreProperties>
</file>